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 id="286"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99" d="100"/>
          <a:sy n="99" d="100"/>
        </p:scale>
        <p:origin x="9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15-03-2026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15-03-2026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15-03-2026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15-03-2026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863864"/>
            <a:ext cx="7835704" cy="707886"/>
          </a:xfrm>
          <a:prstGeom prst="rect">
            <a:avLst/>
          </a:prstGeom>
          <a:noFill/>
        </p:spPr>
        <p:txBody>
          <a:bodyPr wrap="square" rtlCol="0">
            <a:spAutoFit/>
          </a:bodyPr>
          <a:lstStyle/>
          <a:p>
            <a:pPr algn="ctr"/>
            <a:r>
              <a:rPr lang="en-IN" sz="4000" b="1" dirty="0">
                <a:solidFill>
                  <a:schemeClr val="bg1"/>
                </a:solidFill>
              </a:rPr>
              <a:t>Movie Data Analysis</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3119888"/>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1476213" y="1629872"/>
            <a:ext cx="6191573" cy="1469790"/>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prstClr val="white"/>
                </a:solidFill>
                <a:effectLst/>
                <a:uLnTx/>
                <a:uFillTx/>
                <a:latin typeface="Leelawadee" panose="020B0502040204020203" pitchFamily="34" charset="-34"/>
                <a:ea typeface="+mn-ea"/>
                <a:cs typeface="Leelawadee" panose="020B0502040204020203" pitchFamily="34" charset="-34"/>
              </a:rPr>
              <a:t>Thank You</a:t>
            </a:r>
          </a:p>
        </p:txBody>
      </p:sp>
    </p:spTree>
    <p:extLst>
      <p:ext uri="{BB962C8B-B14F-4D97-AF65-F5344CB8AC3E}">
        <p14:creationId xmlns:p14="http://schemas.microsoft.com/office/powerpoint/2010/main" val="7077553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9542</TotalTime>
  <Words>377</Words>
  <Application>Microsoft Office PowerPoint</Application>
  <PresentationFormat>On-screen Show (16:9)</PresentationFormat>
  <Paragraphs>21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Siddharth N Gowtham</cp:lastModifiedBy>
  <cp:revision>1412</cp:revision>
  <dcterms:created xsi:type="dcterms:W3CDTF">2022-12-29T08:52:07Z</dcterms:created>
  <dcterms:modified xsi:type="dcterms:W3CDTF">2026-03-15T09:00:26Z</dcterms:modified>
</cp:coreProperties>
</file>